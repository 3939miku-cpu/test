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Solo Travel Better Than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Travel?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Our Stance: Group Travel Wins!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CUCUMBER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 | Gordon | Lillian | Ray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4937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21,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96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Introduction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914400"/>
          </a:xfrm>
          <a:prstGeom prst="roundRect">
            <a:avLst/>
          </a:prstGeom>
          <a:solidFill>
            <a:srgbClr val="FFFFFF">
              <a:alpha val="2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"I wanna travel alone to find myself"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myself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914400"/>
          </a:xfrm>
          <a:prstGeom prst="roundRect">
            <a:avLst/>
          </a:prstGeom>
          <a:solidFill>
            <a:srgbClr val="FFFFFF">
              <a:alpha val="20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Solo travel sounds cool... BUT is it really better?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really better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Today's Talk: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2560320" cy="1645920"/>
          </a:xfrm>
          <a:prstGeom prst="roundRect">
            <a:avLst>
              <a:gd name="adj" fmla="val 11111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31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40080" y="4572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&amp; Support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91840" y="3840480"/>
            <a:ext cx="2560320" cy="1645920"/>
          </a:xfrm>
          <a:prstGeom prst="roundRect">
            <a:avLst>
              <a:gd name="adj" fmla="val 11111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3931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474720" y="4572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Planning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26480" y="3840480"/>
            <a:ext cx="2560320" cy="1645920"/>
          </a:xfrm>
          <a:prstGeom prst="roundRect">
            <a:avLst>
              <a:gd name="adj" fmla="val 11111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931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309360" y="4572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4320" y="6217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6217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Safety &amp; Support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Built-in Support 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560320" cy="1371600"/>
          </a:xfrm>
          <a:prstGeom prst="roundRect">
            <a:avLst>
              <a:gd name="adj" fmla="val 13333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Sick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91840" y="1737360"/>
            <a:ext cx="2560320" cy="1371600"/>
          </a:xfrm>
          <a:prstGeom prst="roundRect">
            <a:avLst>
              <a:gd name="adj" fmla="val 13333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👛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474720" y="2468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Wallet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560320" cy="1371600"/>
          </a:xfrm>
          <a:prstGeom prst="roundRect">
            <a:avLst>
              <a:gd name="adj" fmla="val 13333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828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🌃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309360" y="2468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Sketchy Area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Less Stress – No "high alert" 24/7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Shared Tasks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" y="4389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Split taxi 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17520" y="4389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Watch bags 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03520" y="4389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Navigate together 🗺️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286000" y="4937760"/>
            <a:ext cx="4572000" cy="731520"/>
          </a:xfrm>
          <a:prstGeom prst="roundRect">
            <a:avLst>
              <a:gd name="adj" fmla="val 37500"/>
            </a:avLst>
          </a:prstGeom>
          <a:solidFill>
            <a:srgbClr val="F59E0B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0" y="5029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Result: Relax &amp; Enjoy!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74320" y="6217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6217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Cost &amp; Planning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 Split Costs = Save Money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1645920"/>
          </a:xfrm>
          <a:prstGeom prst="roundRect">
            <a:avLst>
              <a:gd name="adj" fmla="val 11111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Airbnb → Split 4 ways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4 ways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🚌 Tours → Group discount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discount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🍽️ Meals → Share dishes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dishes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Divide Planning Work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2560320" cy="1097280"/>
          </a:xfrm>
          <a:prstGeom prst="roundRect">
            <a:avLst>
              <a:gd name="adj" fmla="val 16667"/>
            </a:avLst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14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" y="4572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local eats 🍜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91840" y="4023360"/>
            <a:ext cx="2560320" cy="1097280"/>
          </a:xfrm>
          <a:prstGeom prst="roundRect">
            <a:avLst>
              <a:gd name="adj" fmla="val 16667"/>
            </a:avLst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4114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474720" y="4572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tickets 🎫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0" y="4023360"/>
            <a:ext cx="2560320" cy="1097280"/>
          </a:xfrm>
          <a:prstGeom prst="roundRect">
            <a:avLst>
              <a:gd name="adj" fmla="val 16667"/>
            </a:avLst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4114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309360" y="4572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itinerary 🗺️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Less Stress + Less Cost + More Fun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74320" y="6217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0" y="6217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91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 Growth &amp; 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Step Out of Comfort Zone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840480" cy="1371600"/>
          </a:xfrm>
          <a:prstGeom prst="roundRect">
            <a:avLst>
              <a:gd name="adj" fmla="val 13333"/>
            </a:avLst>
          </a:prstGeom>
          <a:solidFill>
            <a:srgbClr val="EF4444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Alone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 to known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846320" y="1737360"/>
            <a:ext cx="3840480" cy="1371600"/>
          </a:xfrm>
          <a:prstGeom prst="roundRect">
            <a:avLst>
              <a:gd name="adj" fmla="val 13333"/>
            </a:avLst>
          </a:prstGeom>
          <a:solidFill>
            <a:srgbClr val="10B981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Group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0" y="22860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NEW things!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🥾 Hiking trails you'd skip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703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🍜 Weird local dishes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Museums you'd never visit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4389120"/>
            <a:ext cx="8229600" cy="1371600"/>
          </a:xfrm>
          <a:prstGeom prst="roundRect">
            <a:avLst>
              <a:gd name="adj" fmla="val 20000"/>
            </a:avLst>
          </a:prstGeom>
          <a:solidFill>
            <a:srgbClr val="F59E0B">
              <a:alpha val="3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Take-Home Message: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892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Connection    ✨ Less Stress    ✨ Lifetime Stories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5303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Invite someone along!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74320" y="6217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6217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 Solo Travel Better Than Group Travel?</dc:title>
  <dc:subject>PptxGenJS Presentation</dc:subject>
  <dc:creator>CUCUMBER Team</dc:creator>
  <cp:lastModifiedBy>CUCUMBER Team</cp:lastModifiedBy>
  <cp:revision>1</cp:revision>
  <dcterms:created xsi:type="dcterms:W3CDTF">2026-04-18T04:48:27Z</dcterms:created>
  <dcterms:modified xsi:type="dcterms:W3CDTF">2026-04-18T04:48:27Z</dcterms:modified>
</cp:coreProperties>
</file>